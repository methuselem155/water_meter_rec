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82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Water Meter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 System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meter reading · Fraud detection · Automated billing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Igisubizo Muhinzi  |  University of Rwanda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water meter reading is broken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2697480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371600"/>
            <a:ext cx="685800" cy="6858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✗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 Errors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data entry creates typos and transcription mistakes that lead to incorrect bills — damaging trust with customers.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19272" y="11887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188720"/>
            <a:ext cx="269748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371600"/>
            <a:ext cx="685800" cy="6858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⏱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56432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Billing Delays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56432" y="26517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Field agents visiting thousands of meters takes weeks. By the time bills arrive, usage data is outdated and disputes arise.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27064" y="11887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1188720"/>
            <a:ext cx="26974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32904" y="1371600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32904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64224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Meter Fraud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64224" y="26517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Meter tampering and serial number swaps go undetected in manual systems, causing significant revenue leakage for utilities.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4389120" cy="43891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822960"/>
            <a:ext cx="3474720" cy="34747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822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0" y="1920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Vision + OCR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Powered by Claude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Anthropic Vision API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SOLUTION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6858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Photo.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Instant Bill.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Flutter mobile app lets field agents or customers snap a photo of any water meter. Our backend extracts the reading using Claude Vision AI, validates it against the registered meter serial number, and automatically generates an itemized bill — all in seconds.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&lt; 5 sec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End-to-end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920240" y="393192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95%+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92024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0" y="3931920"/>
            <a:ext cx="1371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18% VAT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Auto-calc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— from photo to paid bill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1298448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agent or customer photographs the water meter using the Flutter mobile app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31720" y="2542032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24048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96312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298448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2984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87752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87752" y="257860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API reads meter digits, decimal reading &amp; serial number with confidence score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07992" y="2542032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4048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72584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30952" y="1298448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12984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64024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64024" y="257860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checks: serial number match (fraud detection), logical reading progression, confidence threshold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84264" y="2542032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404872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48856" y="1170432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07224" y="1298448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12984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0296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&amp; Pay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40296" y="2578608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tariff applied by customer category (RWF). Bill generated instantly with 18% VAT &amp; 30-day deadline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7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MongoDB  ·  Express  ·  Flutter  ·  Anthropic Claude Vision 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FEATURES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EEA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for reliability, accuracy, and scale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25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🔍  OCR Confidence Scoring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Claude Vision returns a 0–100 confidence score. Low-confidence reads are flagged rather than silently accepted.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64408" y="1115568"/>
            <a:ext cx="274320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115568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25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🛡  Fraud Detection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01568" y="16459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Fuzzy serial number matching (70% threshold) catches meter swaps and tampering — flags reading as fraud_suspected.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08776" y="1115568"/>
            <a:ext cx="274320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115568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2252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  Progressive Tariffs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45936" y="16459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customer categories: PUBLIC TAP, RESIDENTIAL, NON-RESIDENTIAL, INDUSTRIES — each with Rwanda-compliant RWF tariff bands.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274320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35808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45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Async Processing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Readings are stored instantly and OCR runs in background. Mobile polls for results — zero timeout errors.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64408" y="3035808"/>
            <a:ext cx="274320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3035808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145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🔐  Secure &amp; Auditable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01568" y="3566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 auth, rate-limited uploads (30/hr per IP), Helmet security headers, full reading history with billing period.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08776" y="3035808"/>
            <a:ext cx="274320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3035808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3145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📱  Mobile-First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45936" y="3566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Flutter app supports full image upload or pre-cropped display/serial images for fast, low-bandwidth submissions.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Transforming water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utility management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Rwanda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Eliminates manual transcription errors → accurate bills every time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Instant billing after each reading — days become seconds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Detects meter fraud before revenue is lost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Scales to any number of meters without extra field staff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Fully compliant with Rwanda progressive water tariff policy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89320" y="1828800"/>
            <a:ext cx="2834640" cy="3017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1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Ready to Deploy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80760" y="25146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21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Node.js backend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21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Python OCR server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21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MongoDB database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21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Flutter mobile app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21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Claude Vision API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21B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REST API docs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munyaneza_222015751@stud.ur.ac.rw  ·  University of Rwanda  ·  2026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528</Words>
  <Application>Microsoft Office PowerPoint</Application>
  <PresentationFormat>On-screen Show (16:9)</PresentationFormat>
  <Paragraphs>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Water Meter Reading System</dc:title>
  <dc:subject>PptxGenJS Presentation</dc:subject>
  <dc:creator>PptxGenJS</dc:creator>
  <cp:lastModifiedBy>Methuselem MUNYANEZA</cp:lastModifiedBy>
  <cp:revision>3</cp:revision>
  <dcterms:created xsi:type="dcterms:W3CDTF">2026-04-17T20:32:29Z</dcterms:created>
  <dcterms:modified xsi:type="dcterms:W3CDTF">2026-04-28T22:07:00Z</dcterms:modified>
</cp:coreProperties>
</file>